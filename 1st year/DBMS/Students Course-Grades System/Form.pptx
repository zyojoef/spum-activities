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1" r:id="rId6"/>
    <p:sldId id="260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25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A5A8-832E-C785-2C9C-A42A17AAE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D9779-E2AE-5FC4-A679-29AE4FAD1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EFEEB-FA13-C1C4-471C-2FC07BF1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D579-C67C-3EF3-9E3B-6A0B3351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50754-BE06-AF57-441A-6FC12A06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7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61E1-164D-BFCB-7250-A801C8E5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5B37-E91E-7C8A-257C-0492856AE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96BAA-FA36-020C-422A-8F21035F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00258-43A0-D625-10EE-22DDD090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89A4-7E50-F231-A61C-CAD2B447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7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D0B7-90E7-7348-9E35-28757F53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42FAA-8136-A3D3-DAD7-215500F19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3372C-863B-55E2-519A-589D887B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6E67-6D95-5671-CBC4-CD4CF355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C873D-9EBB-133C-6EA3-6548A71B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771B-480A-2E57-0FDA-9BAD2221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B5291-CF0A-F650-C65D-F9C01FB1F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F0854-B102-A1F1-E199-A1C46DA5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A2719-E0AB-D327-7987-865777D5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DEC6-0B59-4343-E320-E0D5588B9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FDD7D-688A-778A-76B6-EA418B7E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1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74BF-199C-A4AA-1F62-840C79394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F2800-3C0B-C12F-5BAC-4053BB3F9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A83F4-E3FC-45B4-4BCA-0E2391CBD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B2C55-77A4-0E29-23DA-6A3B5292F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6D971-14D3-534F-1E91-ADDA7900B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1A304-FE2F-DCF0-870B-4DDBA200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0274B-AE74-EC91-BE90-EB15AC6A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7E16E-5609-5FEE-2EC2-583ECF3C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9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BE8A-69E5-5B00-F63F-FD0BCE72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7BFF9-232C-8C93-4CA0-A4C9AA49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C3C62-603C-AA7E-27FE-4798E319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EF748-5749-9420-51FC-296653BA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0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EA59C-E814-EFE5-1D20-27B503EC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04B4B-AA59-FCBF-EC18-F900B56F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86F83-2188-D45B-6206-C1A0F03F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BC87-FF7E-F879-EEC4-A504C9F9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E729A-F835-9877-08E0-B42EE596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A0305-045A-8899-392F-2BB8F341B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BEA54-E9D0-D367-A5ED-642F02BD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23FB7-3AAE-2E82-824E-2A6812E67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7E9B4-51C4-F3E0-EF25-4D19A643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9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A3C6-4AD6-E166-F78F-38E8E88B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8D47E-37DE-A659-7644-D8B5FB039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9FAC9-DA12-C38E-C91F-21932BDBD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45765-CDD1-F2BC-30D6-6678132F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DDB3E-C6A4-451C-5434-52F4044E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CDC3E-4B7C-A73C-DEFA-DD2B4D7F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8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4B39-F6D5-3058-2AFF-62FA6EB3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EDA68-AF41-58CD-64BE-535B66837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0A09-02F5-869F-2C28-1DC49DC9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4C399-6CC1-3C22-4208-694ED4D2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9A407-3609-B319-6319-3A4675F3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9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420E2-146A-AD41-0CC7-860D4CB5B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17386-6679-1D1C-FE24-50F5E7F24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F203-3854-504A-B1D0-DA68EDC5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4435A-2AE8-95C4-DF9B-E8621D32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86DE-97FC-66B4-C985-A20C14E3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7938E-8B50-9903-9839-E87A2F34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7F7DF-6738-B13B-E0E3-DBBDA9343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B1D2D-2482-4DEA-CB7D-C63175098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10083-2FE4-445A-85EA-D1C8EF0D76F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6410E-2CD1-C603-D7CE-A520F7B5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47156-6D81-77FD-1B4C-FE8CC490E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2B5AE-8764-46D6-B88E-F1EDB5EB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1D76-8CC0-56BC-252F-5346ABA7E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D3A96-A777-16F0-0ABC-0D1ECDE05D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9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06807-3933-AE4D-09D4-6CC40B21C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480060"/>
            <a:ext cx="935354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8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A46B2-FF36-CEF8-6E31-822630AB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6E1461-A381-2C7E-FE65-E62DDF1A6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752B68-D1E8-69C4-7199-02CB6E181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60583-0EB7-834E-A44B-1A315BC64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29" y="1160619"/>
            <a:ext cx="6956742" cy="396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07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CC873-E156-0184-59BA-3FAABDFF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AECE55-D2D0-5AC6-6E6A-B489079B4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C71FBF-C4D0-2925-627C-8B8B8424E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A6438-E470-ED8A-8EBC-08B6BDDF9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67" y="1039373"/>
            <a:ext cx="5322818" cy="16454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C881B-228A-5CDE-7EEB-980E6003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43" y="3141205"/>
            <a:ext cx="4920163" cy="1633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AD4876-FFBE-A0C3-EEC6-C3F18C670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718" y="3141205"/>
            <a:ext cx="4424852" cy="17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0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41676-B13F-DA55-2C51-7F91A4A4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63086E-F559-62CB-173A-A28223C94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A18D4-2C53-1030-C8F0-A49638178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F69CD-F666-2878-B2DC-28DE3FF8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10" y="832841"/>
            <a:ext cx="909417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8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5D2DC-71BA-446B-0930-50A52255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4F1961-358C-843B-62CD-13ECE21BE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3C9BF5-7987-7D15-93AA-D98FFB696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67B1B-FEF5-19C1-95BF-F5C835792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575" y="972241"/>
            <a:ext cx="6323777" cy="1528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9E3787-CAC4-1FF0-5655-96E831C5E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67" y="2947499"/>
            <a:ext cx="8392696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5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41D5A-57AE-AADE-73B4-3410275C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D3EF26-833A-1A99-E2BB-C7D6A34E5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E5CBD-8725-3E61-DFB3-9B1907702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891D43-B18B-E8C6-3C13-775B4452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426" y="799510"/>
            <a:ext cx="9673973" cy="49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2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8AD25-65EA-3C88-8BBB-58566620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6EE1AA-BDDF-D8B1-3D2D-F97135C1D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594E82-4DFF-C326-3EB5-99C44484C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49E29-7FEB-5074-C125-56D976BB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39" y="1200915"/>
            <a:ext cx="9849745" cy="445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7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6D553-0913-8033-9E35-9B06D050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F6D5DF-9836-8E12-A240-6482AFD22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4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17A3D1-27D5-2C47-51DB-17CB907E0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E29DF3-F26A-D1DB-319C-5E3DECCDB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61" y="758295"/>
            <a:ext cx="7801914" cy="2223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6FF9A6-248E-08E4-4810-FCFF4B09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61" y="3259955"/>
            <a:ext cx="7913604" cy="22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3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Computer  Laboratory D</dc:creator>
  <cp:lastModifiedBy>Computer  Laboratory D</cp:lastModifiedBy>
  <cp:revision>1</cp:revision>
  <dcterms:created xsi:type="dcterms:W3CDTF">2025-05-01T23:58:21Z</dcterms:created>
  <dcterms:modified xsi:type="dcterms:W3CDTF">2025-05-02T00:33:03Z</dcterms:modified>
</cp:coreProperties>
</file>